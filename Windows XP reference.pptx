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58" r:id="rId5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358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52E12-6C21-4B72-8DB4-69D05F7E2F65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8C640-296A-4B9D-BFD0-7CAC27101CF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80260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88C640-296A-4B9D-BFD0-7CAC27101CFB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6079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 smtClean="0"/>
              <a:t>Зразок підзаголовка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A66AE-81F5-474A-B74B-EE41E9320F19}" type="datetimeFigureOut">
              <a:rPr lang="uk-UA" smtClean="0"/>
              <a:t>03.12.2017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F593F-0D5B-4CF0-BEE2-6583C73E7271}" type="slidenum">
              <a:rPr lang="uk-UA" smtClean="0"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slide" Target="slide3.xml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9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Прямокутник 4">
            <a:hlinkClick r:id="rId3" action="ppaction://hlinksldjump"/>
          </p:cNvPr>
          <p:cNvSpPr/>
          <p:nvPr/>
        </p:nvSpPr>
        <p:spPr>
          <a:xfrm>
            <a:off x="179512" y="6309320"/>
            <a:ext cx="216024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7" name="Групувати 6"/>
          <p:cNvGrpSpPr/>
          <p:nvPr/>
        </p:nvGrpSpPr>
        <p:grpSpPr>
          <a:xfrm>
            <a:off x="3779912" y="2874306"/>
            <a:ext cx="3347731" cy="792088"/>
            <a:chOff x="3779912" y="2874306"/>
            <a:chExt cx="3347731" cy="792088"/>
          </a:xfrm>
        </p:grpSpPr>
        <p:sp>
          <p:nvSpPr>
            <p:cNvPr id="6" name="Прямокутник 5">
              <a:hlinkClick r:id="rId4" action="ppaction://hlinksldjump"/>
            </p:cNvPr>
            <p:cNvSpPr/>
            <p:nvPr/>
          </p:nvSpPr>
          <p:spPr>
            <a:xfrm>
              <a:off x="4319331" y="2874306"/>
              <a:ext cx="2808312" cy="7920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uk-UA" dirty="0" smtClean="0"/>
                <a:t>Ознайомитися з операційною системою </a:t>
              </a:r>
              <a:r>
                <a:rPr lang="en-US" dirty="0" smtClean="0"/>
                <a:t>XP</a:t>
              </a:r>
              <a:endParaRPr lang="uk-UA" dirty="0"/>
            </a:p>
          </p:txBody>
        </p:sp>
        <p:pic>
          <p:nvPicPr>
            <p:cNvPr id="1026" name="Picture 2" descr="Картинки по запросу avatar windows xp">
              <a:hlinkClick r:id="rId4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9912" y="3059038"/>
              <a:ext cx="516025" cy="422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5775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Картинки по запросу windows x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05224"/>
            <a:ext cx="2528688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Групувати 3"/>
          <p:cNvGrpSpPr/>
          <p:nvPr/>
        </p:nvGrpSpPr>
        <p:grpSpPr>
          <a:xfrm>
            <a:off x="0" y="6581774"/>
            <a:ext cx="9144000" cy="276226"/>
            <a:chOff x="0" y="6581774"/>
            <a:chExt cx="9144000" cy="276226"/>
          </a:xfrm>
        </p:grpSpPr>
        <p:pic>
          <p:nvPicPr>
            <p:cNvPr id="2054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581775"/>
              <a:ext cx="147637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5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3350" y="6591300"/>
              <a:ext cx="13906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6" name="Picture 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6376" y="6581774"/>
              <a:ext cx="6276974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Прямокутник 9">
            <a:hlinkClick r:id="rId8" action="ppaction://hlinksldjump"/>
          </p:cNvPr>
          <p:cNvSpPr/>
          <p:nvPr/>
        </p:nvSpPr>
        <p:spPr>
          <a:xfrm>
            <a:off x="1619672" y="6329794"/>
            <a:ext cx="216024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Прямокутник 10">
            <a:hlinkClick r:id="rId9" action="ppaction://hlinksldjump"/>
          </p:cNvPr>
          <p:cNvSpPr/>
          <p:nvPr/>
        </p:nvSpPr>
        <p:spPr>
          <a:xfrm>
            <a:off x="1156332" y="6329794"/>
            <a:ext cx="216024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1300"/>
            <a:ext cx="971600" cy="275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кутник 2"/>
          <p:cNvSpPr/>
          <p:nvPr/>
        </p:nvSpPr>
        <p:spPr>
          <a:xfrm>
            <a:off x="0" y="6586538"/>
            <a:ext cx="971600" cy="276224"/>
          </a:xfrm>
          <a:prstGeom prst="rect">
            <a:avLst/>
          </a:prstGeom>
          <a:solidFill>
            <a:schemeClr val="bg1">
              <a:alpha val="117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Прямокутна виноска 4"/>
          <p:cNvSpPr/>
          <p:nvPr/>
        </p:nvSpPr>
        <p:spPr>
          <a:xfrm>
            <a:off x="-25896" y="4397386"/>
            <a:ext cx="3600400" cy="1932408"/>
          </a:xfrm>
          <a:prstGeom prst="wedgeRectCallout">
            <a:avLst>
              <a:gd name="adj1" fmla="val -37412"/>
              <a:gd name="adj2" fmla="val 638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Основний</a:t>
            </a:r>
            <a:r>
              <a:rPr lang="ru-RU" dirty="0"/>
              <a:t> </a:t>
            </a:r>
            <a:r>
              <a:rPr lang="ru-RU" dirty="0" err="1"/>
              <a:t>елемент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Windows</a:t>
            </a:r>
            <a:r>
              <a:rPr lang="ru-RU" dirty="0"/>
              <a:t> XP - </a:t>
            </a:r>
            <a:r>
              <a:rPr lang="ru-RU" dirty="0" err="1"/>
              <a:t>це</a:t>
            </a:r>
            <a:r>
              <a:rPr lang="ru-RU" dirty="0"/>
              <a:t> Головне меню.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відкривають</a:t>
            </a:r>
            <a:r>
              <a:rPr lang="ru-RU" dirty="0"/>
              <a:t> </a:t>
            </a:r>
            <a:r>
              <a:rPr lang="ru-RU" dirty="0" err="1"/>
              <a:t>кнопкою</a:t>
            </a:r>
            <a:r>
              <a:rPr lang="ru-RU" dirty="0"/>
              <a:t> Пуск на </a:t>
            </a:r>
            <a:r>
              <a:rPr lang="ru-RU" dirty="0" err="1"/>
              <a:t>Робочому</a:t>
            </a:r>
            <a:r>
              <a:rPr lang="ru-RU" dirty="0"/>
              <a:t> </a:t>
            </a:r>
            <a:r>
              <a:rPr lang="ru-RU" dirty="0" err="1"/>
              <a:t>столі</a:t>
            </a:r>
            <a:r>
              <a:rPr lang="ru-RU" dirty="0"/>
              <a:t>.</a:t>
            </a:r>
            <a:endParaRPr lang="uk-UA" dirty="0" smtClean="0"/>
          </a:p>
        </p:txBody>
      </p:sp>
      <p:sp>
        <p:nvSpPr>
          <p:cNvPr id="15" name="Прямокутна виноска 14"/>
          <p:cNvSpPr/>
          <p:nvPr/>
        </p:nvSpPr>
        <p:spPr>
          <a:xfrm>
            <a:off x="2051720" y="1522736"/>
            <a:ext cx="3600400" cy="1932408"/>
          </a:xfrm>
          <a:prstGeom prst="wedgeRectCallout">
            <a:avLst>
              <a:gd name="adj1" fmla="val -37412"/>
              <a:gd name="adj2" fmla="val 638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Головне меню </a:t>
            </a:r>
            <a:r>
              <a:rPr lang="ru-RU" sz="1600" dirty="0" err="1"/>
              <a:t>являє</a:t>
            </a:r>
            <a:r>
              <a:rPr lang="ru-RU" sz="1600" dirty="0"/>
              <a:t> </a:t>
            </a:r>
            <a:r>
              <a:rPr lang="ru-RU" sz="1600" dirty="0" err="1"/>
              <a:t>всі</a:t>
            </a:r>
            <a:r>
              <a:rPr lang="ru-RU" sz="1600" dirty="0"/>
              <a:t> </a:t>
            </a:r>
            <a:r>
              <a:rPr lang="ru-RU" sz="1600" dirty="0" err="1"/>
              <a:t>основні</a:t>
            </a:r>
            <a:r>
              <a:rPr lang="ru-RU" sz="1600" dirty="0"/>
              <a:t> </a:t>
            </a:r>
            <a:r>
              <a:rPr lang="ru-RU" sz="1600" dirty="0" err="1"/>
              <a:t>операції</a:t>
            </a:r>
            <a:r>
              <a:rPr lang="ru-RU" sz="1600" dirty="0"/>
              <a:t>, які можна </a:t>
            </a:r>
            <a:r>
              <a:rPr lang="ru-RU" sz="1600" dirty="0" err="1"/>
              <a:t>виконати</a:t>
            </a:r>
            <a:r>
              <a:rPr lang="ru-RU" sz="1600" dirty="0"/>
              <a:t> на </a:t>
            </a:r>
            <a:r>
              <a:rPr lang="ru-RU" sz="1600" dirty="0" err="1"/>
              <a:t>комп'ютері</a:t>
            </a:r>
            <a:r>
              <a:rPr lang="ru-RU" sz="1600" dirty="0"/>
              <a:t>. </a:t>
            </a:r>
            <a:r>
              <a:rPr lang="ru-RU" sz="1600" dirty="0" err="1"/>
              <a:t>Воно</a:t>
            </a:r>
            <a:r>
              <a:rPr lang="ru-RU" sz="1600" dirty="0"/>
              <a:t> </a:t>
            </a:r>
            <a:r>
              <a:rPr lang="ru-RU" sz="1600" dirty="0" err="1"/>
              <a:t>забезпечує</a:t>
            </a:r>
            <a:r>
              <a:rPr lang="ru-RU" sz="1600" dirty="0"/>
              <a:t> </a:t>
            </a:r>
            <a:r>
              <a:rPr lang="ru-RU" sz="1600" dirty="0" err="1"/>
              <a:t>однаковий</a:t>
            </a:r>
            <a:r>
              <a:rPr lang="ru-RU" sz="1600" dirty="0"/>
              <a:t> доступ до </a:t>
            </a:r>
            <a:r>
              <a:rPr lang="ru-RU" sz="1600" dirty="0" err="1"/>
              <a:t>програм</a:t>
            </a:r>
            <a:r>
              <a:rPr lang="ru-RU" sz="1600" dirty="0"/>
              <a:t>, </a:t>
            </a:r>
            <a:r>
              <a:rPr lang="ru-RU" sz="1600" dirty="0" err="1"/>
              <a:t>документів</a:t>
            </a:r>
            <a:r>
              <a:rPr lang="ru-RU" sz="1600" dirty="0"/>
              <a:t>, </a:t>
            </a:r>
            <a:r>
              <a:rPr lang="ru-RU" sz="1600" dirty="0" err="1"/>
              <a:t>пристроїв</a:t>
            </a:r>
            <a:r>
              <a:rPr lang="ru-RU" sz="1600" dirty="0"/>
              <a:t>, а </a:t>
            </a:r>
            <a:r>
              <a:rPr lang="ru-RU" sz="1600" dirty="0" err="1"/>
              <a:t>також</a:t>
            </a:r>
            <a:r>
              <a:rPr lang="ru-RU" sz="1600" dirty="0"/>
              <a:t> до </a:t>
            </a:r>
            <a:r>
              <a:rPr lang="ru-RU" sz="1600" dirty="0" err="1"/>
              <a:t>засобів</a:t>
            </a:r>
            <a:r>
              <a:rPr lang="ru-RU" sz="1600" dirty="0"/>
              <a:t> </a:t>
            </a:r>
            <a:r>
              <a:rPr lang="ru-RU" sz="1600" dirty="0" err="1"/>
              <a:t>налаштування</a:t>
            </a:r>
            <a:r>
              <a:rPr lang="ru-RU" sz="1600" dirty="0"/>
              <a:t> </a:t>
            </a:r>
            <a:r>
              <a:rPr lang="ru-RU" sz="1600" dirty="0" err="1"/>
              <a:t>операційної</a:t>
            </a:r>
            <a:r>
              <a:rPr lang="ru-RU" sz="1600" dirty="0"/>
              <a:t> </a:t>
            </a:r>
            <a:r>
              <a:rPr lang="ru-RU" sz="1600" dirty="0" err="1"/>
              <a:t>системи</a:t>
            </a:r>
            <a:r>
              <a:rPr lang="ru-RU" sz="1600" dirty="0"/>
              <a:t>.</a:t>
            </a:r>
            <a:endParaRPr lang="uk-UA" sz="1600" dirty="0" smtClean="0"/>
          </a:p>
        </p:txBody>
      </p:sp>
      <p:sp>
        <p:nvSpPr>
          <p:cNvPr id="6" name="Прямокутник 5">
            <a:hlinkClick r:id="rId11" action="ppaction://hlinksldjump"/>
          </p:cNvPr>
          <p:cNvSpPr/>
          <p:nvPr/>
        </p:nvSpPr>
        <p:spPr>
          <a:xfrm>
            <a:off x="971600" y="6608848"/>
            <a:ext cx="222076" cy="222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5992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6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3" grpId="0" animBg="1"/>
      <p:bldP spid="3" grpId="1" animBg="1"/>
      <p:bldP spid="5" grpId="0" animBg="1"/>
      <p:bldP spid="15" grpId="1" animBg="1"/>
      <p:bldP spid="15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Картинки по запросу windows x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Результат пошуку зображень за запитом &quot;internet explorer 6 windows xp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1584"/>
            <a:ext cx="9143999" cy="657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Групувати 4"/>
          <p:cNvGrpSpPr/>
          <p:nvPr/>
        </p:nvGrpSpPr>
        <p:grpSpPr>
          <a:xfrm>
            <a:off x="0" y="6581774"/>
            <a:ext cx="9144000" cy="276226"/>
            <a:chOff x="0" y="6581774"/>
            <a:chExt cx="9144000" cy="276226"/>
          </a:xfrm>
        </p:grpSpPr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581775"/>
              <a:ext cx="147637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3350" y="6591300"/>
              <a:ext cx="13906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6376" y="6581774"/>
              <a:ext cx="6276974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1300"/>
            <a:ext cx="971600" cy="275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кутник 10">
            <a:hlinkClick r:id="rId8" action="ppaction://hlinksldjump"/>
          </p:cNvPr>
          <p:cNvSpPr/>
          <p:nvPr/>
        </p:nvSpPr>
        <p:spPr>
          <a:xfrm>
            <a:off x="1193676" y="6618286"/>
            <a:ext cx="222076" cy="222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2050" name="Picture 2" descr="Результат пошуку зображень за запитом &quot;internet explorer 6 windows xp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476672"/>
            <a:ext cx="5953125" cy="509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кутник 12">
            <a:hlinkClick r:id="rId8" action="ppaction://hlinksldjump"/>
          </p:cNvPr>
          <p:cNvSpPr/>
          <p:nvPr/>
        </p:nvSpPr>
        <p:spPr>
          <a:xfrm>
            <a:off x="7434182" y="533893"/>
            <a:ext cx="111038" cy="1110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Прямокутник 13"/>
          <p:cNvSpPr/>
          <p:nvPr/>
        </p:nvSpPr>
        <p:spPr>
          <a:xfrm>
            <a:off x="7304943" y="519751"/>
            <a:ext cx="111038" cy="111038"/>
          </a:xfrm>
          <a:prstGeom prst="rect">
            <a:avLst/>
          </a:prstGeom>
          <a:solidFill>
            <a:srgbClr val="FFFFFF">
              <a:alpha val="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кутник 15">
            <a:hlinkClick r:id="rId8" action="ppaction://hlinksldjump"/>
          </p:cNvPr>
          <p:cNvSpPr/>
          <p:nvPr/>
        </p:nvSpPr>
        <p:spPr>
          <a:xfrm>
            <a:off x="8892480" y="44624"/>
            <a:ext cx="183046" cy="1830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 16"/>
          <p:cNvSpPr/>
          <p:nvPr/>
        </p:nvSpPr>
        <p:spPr>
          <a:xfrm>
            <a:off x="8722624" y="77075"/>
            <a:ext cx="169856" cy="147042"/>
          </a:xfrm>
          <a:prstGeom prst="rect">
            <a:avLst/>
          </a:prstGeom>
          <a:solidFill>
            <a:srgbClr val="FFFFFF">
              <a:alpha val="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515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/>
          <p:cNvSpPr/>
          <p:nvPr/>
        </p:nvSpPr>
        <p:spPr>
          <a:xfrm>
            <a:off x="-108520" y="0"/>
            <a:ext cx="9267651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5845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56</Words>
  <Application>Microsoft Office PowerPoint</Application>
  <PresentationFormat>Екран (4:3)</PresentationFormat>
  <Paragraphs>4</Paragraphs>
  <Slides>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5" baseType="lpstr"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Sara Yasmeen (Wipro Technologies)</dc:creator>
  <cp:lastModifiedBy>User</cp:lastModifiedBy>
  <cp:revision>9</cp:revision>
  <dcterms:created xsi:type="dcterms:W3CDTF">2010-02-23T11:30:32Z</dcterms:created>
  <dcterms:modified xsi:type="dcterms:W3CDTF">2017-12-03T10:03:01Z</dcterms:modified>
</cp:coreProperties>
</file>